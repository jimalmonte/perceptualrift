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Perceptual Rift: A Perspective-Based Optical Illusion Puzzle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Project Description</a:t>
            </a:r>
          </a:p>
          <a:p>
            <a:pPr>
              <a:defRPr sz="1200"/>
            </a:pPr>
            <a:r>
              <a:t>Perceptual Rift is a single-player puzzle game built in Unreal Engine 5.6 that challenges players to solve perspective-based optical illusion puzzles. Players align illusion elements from a specific viewpoint. When alignment is held, illusion blocks disappear and a solid bridge is revealed.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Project Justification</a:t>
            </a:r>
          </a:p>
          <a:p>
            <a:pPr>
              <a:defRPr sz="1200"/>
            </a:pPr>
            <a:r>
              <a:t>Perspective-based mechanics provide strong cognitive engagement but are rarely explored in modern games. This project demonstrates how visual perception concepts can be implemented using structured software engineering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Core Features</a:t>
            </a:r>
          </a:p>
          <a:p>
            <a:pPr>
              <a:defRPr sz="1200"/>
            </a:pPr>
            <a:r>
              <a:t>- Perspective-based alignment puzzles</a:t>
            </a:r>
            <a:br/>
            <a:r>
              <a:t>- Stable-hold solve confirmation</a:t>
            </a:r>
            <a:br/>
            <a:r>
              <a:t>- Dynamic bridge reveal</a:t>
            </a:r>
            <a:br/>
            <a:r>
              <a:t>- Collision-safe traversal</a:t>
            </a:r>
            <a:br/>
            <a:r>
              <a:t>- Main Menu and Pause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11480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Technologies Used</a:t>
            </a:r>
          </a:p>
          <a:p>
            <a:pPr>
              <a:defRPr sz="1200"/>
            </a:pPr>
            <a:r>
              <a:t>Unreal Engine 5.6</a:t>
            </a:r>
            <a:br/>
            <a:r>
              <a:t>Blueprint Visual Scripting</a:t>
            </a:r>
            <a:br/>
            <a:r>
              <a:t>Windows PC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120640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Design Process</a:t>
            </a:r>
          </a:p>
          <a:p>
            <a:pPr>
              <a:defRPr sz="1200"/>
            </a:pPr>
            <a:r>
              <a:t>Requirements Definition</a:t>
            </a:r>
            <a:br/>
            <a:r>
              <a:t>System Design</a:t>
            </a:r>
            <a:br/>
            <a:r>
              <a:t>Implementation</a:t>
            </a:r>
            <a:br/>
            <a:r>
              <a:t>Testing and Validation</a:t>
            </a:r>
            <a:br/>
            <a:r>
              <a:t>Iteration and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26479"/>
            <a:ext cx="4389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Testing Summary</a:t>
            </a:r>
          </a:p>
          <a:p>
            <a:pPr>
              <a:defRPr sz="1200"/>
            </a:pPr>
            <a:r>
              <a:t>Component, unit, requirements, and system testing were executed. All implemented features passed required test cases with no blocking defects.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